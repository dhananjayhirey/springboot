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-1474" y="-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Hospital Management System using </a:t>
            </a:r>
            <a:r>
              <a:rPr lang="en-US" dirty="0" err="1" smtClean="0"/>
              <a:t>PostgreSQL</a:t>
            </a:r>
            <a:r>
              <a:rPr lang="en-US" dirty="0" smtClean="0"/>
              <a:t> and </a:t>
            </a:r>
            <a:r>
              <a:rPr lang="en-US" dirty="0" err="1" smtClean="0"/>
              <a:t>Springboot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Dhananjay Hirey – 12310048 KO022SH</a:t>
            </a:r>
          </a:p>
          <a:p>
            <a:r>
              <a:rPr lang="en-US" dirty="0" smtClean="0"/>
              <a:t>Roll. No. 30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7078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Introduction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project focuses on the design and development of a Hospital Management System Backend using Spring Boot as the core framework and </a:t>
            </a:r>
            <a:r>
              <a:rPr lang="en-US" dirty="0" err="1"/>
              <a:t>PostgreSQL</a:t>
            </a:r>
            <a:r>
              <a:rPr lang="en-US" dirty="0"/>
              <a:t> as the relational database. </a:t>
            </a:r>
            <a:endParaRPr lang="en-US" dirty="0" smtClean="0"/>
          </a:p>
          <a:p>
            <a:r>
              <a:rPr lang="en-US" dirty="0" smtClean="0"/>
              <a:t>The </a:t>
            </a:r>
            <a:r>
              <a:rPr lang="en-US" dirty="0"/>
              <a:t>system is developed following industry-standard layered architecture, ensuring clean separation of concerns, maintainability, and scalability. </a:t>
            </a:r>
            <a:endParaRPr lang="en-US" dirty="0" smtClean="0"/>
          </a:p>
          <a:p>
            <a:r>
              <a:rPr lang="en-US" dirty="0" smtClean="0"/>
              <a:t>It </a:t>
            </a:r>
            <a:r>
              <a:rPr lang="en-US" dirty="0"/>
              <a:t>provides </a:t>
            </a:r>
            <a:r>
              <a:rPr lang="en-US" dirty="0" err="1"/>
              <a:t>RESTful</a:t>
            </a:r>
            <a:r>
              <a:rPr lang="en-US" dirty="0"/>
              <a:t> APIs to manage doctors, patients, medicines, billing receipts, and medicine stock while enforcing real-world hospital business rules such as stock validation and billing calculations.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2148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Tech Stack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Backend: </a:t>
            </a:r>
            <a:r>
              <a:rPr lang="en-US" dirty="0" err="1" smtClean="0"/>
              <a:t>SpringBoot</a:t>
            </a:r>
            <a:endParaRPr lang="en-US" dirty="0" smtClean="0"/>
          </a:p>
          <a:p>
            <a:r>
              <a:rPr lang="en-US" dirty="0" smtClean="0"/>
              <a:t>Frontend: </a:t>
            </a:r>
            <a:r>
              <a:rPr lang="en-US" dirty="0" err="1" smtClean="0"/>
              <a:t>React+TailwindCSS</a:t>
            </a:r>
            <a:endParaRPr lang="en-US" dirty="0" smtClean="0"/>
          </a:p>
          <a:p>
            <a:r>
              <a:rPr lang="en-US" dirty="0" smtClean="0"/>
              <a:t>Database: Containerized </a:t>
            </a:r>
            <a:r>
              <a:rPr lang="en-US" dirty="0" err="1" smtClean="0"/>
              <a:t>PostgreSQL</a:t>
            </a:r>
            <a:r>
              <a:rPr lang="en-US" dirty="0" smtClean="0"/>
              <a:t> being accessed through Hibernate ORM</a:t>
            </a:r>
          </a:p>
          <a:p>
            <a:pPr marL="114300" indent="0">
              <a:buNone/>
            </a:pPr>
            <a:endParaRPr lang="en-IN" i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539" y="3143250"/>
            <a:ext cx="2830286" cy="1485900"/>
          </a:xfrm>
          <a:prstGeom prst="rect">
            <a:avLst/>
          </a:prstGeom>
        </p:spPr>
      </p:pic>
      <p:pic>
        <p:nvPicPr>
          <p:cNvPr id="1026" name="Picture 2" descr="PostgreSQL Logo Free Vector | FreeImag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3147915"/>
            <a:ext cx="1743075" cy="1933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ile:React-icon.svg - Wikimedia Common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3682" y="4629150"/>
            <a:ext cx="2089079" cy="1859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File:Hibernate logo a.pn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800" y="5081491"/>
            <a:ext cx="3583296" cy="994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4898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Maven Commands Used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1. Clean install and build without tests: .\mvnw.cmd clean install –</a:t>
            </a:r>
            <a:r>
              <a:rPr lang="en-IN" dirty="0" err="1"/>
              <a:t>DskipTests</a:t>
            </a:r>
            <a:r>
              <a:rPr lang="en-IN" dirty="0"/>
              <a:t> </a:t>
            </a:r>
            <a:endParaRPr lang="en-IN" dirty="0" smtClean="0"/>
          </a:p>
          <a:p>
            <a:endParaRPr lang="en-IN" dirty="0"/>
          </a:p>
          <a:p>
            <a:endParaRPr lang="en-IN" dirty="0" smtClean="0"/>
          </a:p>
          <a:p>
            <a:r>
              <a:rPr lang="en-IN" dirty="0" smtClean="0"/>
              <a:t>2</a:t>
            </a:r>
            <a:r>
              <a:rPr lang="en-IN" dirty="0"/>
              <a:t>. Run the file: java </a:t>
            </a:r>
            <a:r>
              <a:rPr lang="en-IN" dirty="0" smtClean="0"/>
              <a:t>"-</a:t>
            </a:r>
            <a:r>
              <a:rPr lang="en-IN" dirty="0" err="1" smtClean="0"/>
              <a:t>Duser.timezone</a:t>
            </a:r>
            <a:r>
              <a:rPr lang="en-IN" dirty="0" smtClean="0"/>
              <a:t>=UTC" </a:t>
            </a:r>
            <a:r>
              <a:rPr lang="en-IN" dirty="0"/>
              <a:t>-jar target/hospitalManagementSystem-0.0.1-SNAPSHOT.jar</a:t>
            </a:r>
          </a:p>
        </p:txBody>
      </p:sp>
    </p:spTree>
    <p:extLst>
      <p:ext uri="{BB962C8B-B14F-4D97-AF65-F5344CB8AC3E}">
        <p14:creationId xmlns:p14="http://schemas.microsoft.com/office/powerpoint/2010/main" val="3882975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Structure</a:t>
            </a:r>
            <a:endParaRPr lang="en-IN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1752600"/>
            <a:ext cx="5646579" cy="43579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620139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Lifecycle Management Maven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manages </a:t>
            </a:r>
            <a:r>
              <a:rPr lang="en-US" dirty="0"/>
              <a:t>the entire build lifecycle of the project through predefined phases</a:t>
            </a:r>
            <a:r>
              <a:rPr lang="en-US" dirty="0" smtClean="0"/>
              <a:t>:</a:t>
            </a:r>
          </a:p>
          <a:p>
            <a:r>
              <a:rPr lang="en-US" dirty="0" smtClean="0"/>
              <a:t> </a:t>
            </a:r>
            <a:r>
              <a:rPr lang="en-US" dirty="0"/>
              <a:t>1. validate – Validates project structure </a:t>
            </a:r>
            <a:endParaRPr lang="en-US" dirty="0" smtClean="0"/>
          </a:p>
          <a:p>
            <a:r>
              <a:rPr lang="en-US" dirty="0" smtClean="0"/>
              <a:t>2</a:t>
            </a:r>
            <a:r>
              <a:rPr lang="en-US" dirty="0"/>
              <a:t>. compile – Compiles source code </a:t>
            </a:r>
            <a:endParaRPr lang="en-US" dirty="0" smtClean="0"/>
          </a:p>
          <a:p>
            <a:r>
              <a:rPr lang="en-US" dirty="0" smtClean="0"/>
              <a:t>3</a:t>
            </a:r>
            <a:r>
              <a:rPr lang="en-US" dirty="0"/>
              <a:t>. test – Executes unit tests </a:t>
            </a:r>
            <a:endParaRPr lang="en-US" dirty="0" smtClean="0"/>
          </a:p>
          <a:p>
            <a:r>
              <a:rPr lang="en-US" dirty="0" smtClean="0"/>
              <a:t>4</a:t>
            </a:r>
            <a:r>
              <a:rPr lang="en-US" dirty="0"/>
              <a:t>. package – Packages the application into a JAR file </a:t>
            </a:r>
            <a:endParaRPr lang="en-US" dirty="0" smtClean="0"/>
          </a:p>
          <a:p>
            <a:r>
              <a:rPr lang="en-US" dirty="0" smtClean="0"/>
              <a:t>5</a:t>
            </a:r>
            <a:r>
              <a:rPr lang="en-US" dirty="0"/>
              <a:t>. install – Installs the JAR into local repository </a:t>
            </a:r>
            <a:endParaRPr lang="en-US" dirty="0" smtClean="0"/>
          </a:p>
          <a:p>
            <a:r>
              <a:rPr lang="en-US" dirty="0" smtClean="0"/>
              <a:t>6</a:t>
            </a:r>
            <a:r>
              <a:rPr lang="en-US" dirty="0"/>
              <a:t>. deploy – Prepares for deployment (optional)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61709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Advantages of Using Maven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 smtClean="0"/>
          </a:p>
          <a:p>
            <a:endParaRPr lang="en-IN" sz="3200" dirty="0"/>
          </a:p>
          <a:p>
            <a:r>
              <a:rPr lang="en-IN" sz="3200" dirty="0" smtClean="0"/>
              <a:t> </a:t>
            </a:r>
            <a:r>
              <a:rPr lang="en-IN" sz="3200" dirty="0"/>
              <a:t>Centralized dependency management </a:t>
            </a:r>
            <a:endParaRPr lang="en-IN" sz="3200" dirty="0" smtClean="0"/>
          </a:p>
          <a:p>
            <a:r>
              <a:rPr lang="en-IN" sz="3200" dirty="0" smtClean="0"/>
              <a:t> </a:t>
            </a:r>
            <a:r>
              <a:rPr lang="en-IN" sz="3200" dirty="0"/>
              <a:t>Reduced configuration overhead </a:t>
            </a:r>
            <a:endParaRPr lang="en-IN" sz="3200" dirty="0" smtClean="0"/>
          </a:p>
          <a:p>
            <a:r>
              <a:rPr lang="en-IN" sz="3200" dirty="0" smtClean="0"/>
              <a:t> </a:t>
            </a:r>
            <a:r>
              <a:rPr lang="en-IN" sz="3200" dirty="0"/>
              <a:t>Easy integration with CI/CD </a:t>
            </a:r>
            <a:r>
              <a:rPr lang="en-IN" sz="3200" dirty="0" smtClean="0"/>
              <a:t>pipelines</a:t>
            </a:r>
          </a:p>
          <a:p>
            <a:r>
              <a:rPr lang="en-IN" sz="3200" dirty="0" smtClean="0"/>
              <a:t>Improved </a:t>
            </a:r>
            <a:r>
              <a:rPr lang="en-IN" sz="3200" dirty="0"/>
              <a:t>project scalability and maintainability</a:t>
            </a:r>
          </a:p>
        </p:txBody>
      </p:sp>
    </p:spTree>
    <p:extLst>
      <p:ext uri="{BB962C8B-B14F-4D97-AF65-F5344CB8AC3E}">
        <p14:creationId xmlns:p14="http://schemas.microsoft.com/office/powerpoint/2010/main" val="32594216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djacency">
  <a:themeElements>
    <a:clrScheme name="Adjacency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fice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djacency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778</TotalTime>
  <Words>240</Words>
  <Application>Microsoft Office PowerPoint</Application>
  <PresentationFormat>On-screen Show (4:3)</PresentationFormat>
  <Paragraphs>32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Adjacency</vt:lpstr>
      <vt:lpstr>Hospital Management System using PostgreSQL and Springboot</vt:lpstr>
      <vt:lpstr>Introduction</vt:lpstr>
      <vt:lpstr>Tech Stack</vt:lpstr>
      <vt:lpstr>Maven Commands Used</vt:lpstr>
      <vt:lpstr>Project Structure</vt:lpstr>
      <vt:lpstr>Build Lifecycle Management Maven</vt:lpstr>
      <vt:lpstr>Advantages of Using Maven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 Management System using PostgreSQL and Springboot</dc:title>
  <dc:creator>ACER</dc:creator>
  <cp:lastModifiedBy>ACER</cp:lastModifiedBy>
  <cp:revision>5</cp:revision>
  <dcterms:created xsi:type="dcterms:W3CDTF">2006-08-16T00:00:00Z</dcterms:created>
  <dcterms:modified xsi:type="dcterms:W3CDTF">2025-12-24T05:36:03Z</dcterms:modified>
</cp:coreProperties>
</file>